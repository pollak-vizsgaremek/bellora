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9" r:id="rId4"/>
    <p:sldId id="261" r:id="rId5"/>
    <p:sldId id="262" r:id="rId6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14" autoAdjust="0"/>
    <p:restoredTop sz="94660"/>
  </p:normalViewPr>
  <p:slideViewPr>
    <p:cSldViewPr snapToGrid="0">
      <p:cViewPr varScale="1">
        <p:scale>
          <a:sx n="140" d="100"/>
          <a:sy n="140" d="100"/>
        </p:scale>
        <p:origin x="138" y="29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368D833-244B-4ADB-AE91-8A49E86CB26D}" type="datetimeFigureOut">
              <a:rPr lang="hu-HU" smtClean="0"/>
              <a:t>2026. 04. 20.</a:t>
            </a:fld>
            <a:endParaRPr lang="hu-HU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F967C-C838-4F8F-BC28-F2B7B353D3A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267791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 err="1"/>
              <a:t>Pls</a:t>
            </a:r>
            <a:r>
              <a:rPr lang="hu-HU" dirty="0"/>
              <a:t> like and </a:t>
            </a:r>
            <a:r>
              <a:rPr lang="hu-HU" dirty="0" err="1"/>
              <a:t>sub</a:t>
            </a:r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DF967C-C838-4F8F-BC28-F2B7B353D3AD}" type="slidenum">
              <a:rPr lang="hu-HU" smtClean="0"/>
              <a:t>5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4936233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9169C1C-27C7-10B0-B41D-DC7CF9AD55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980A80AF-452D-187A-EC2B-77A955C2C44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DD7D65AA-0428-4A77-C1BC-8E2635BE32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4C53F9-DAF1-4795-BE70-D200669F1F02}" type="datetimeFigureOut">
              <a:rPr lang="hu-HU" smtClean="0"/>
              <a:t>2026. 04. 20.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E5E13C30-6455-867E-F3E2-C264DC17F6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DA67B28E-6FF4-0984-B5E1-BC493F667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737ED-881F-4ECD-9166-88D4B8D7170F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415769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BFED157-A898-1BF6-6B3F-DB65F71776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E4BC2FB0-C6FD-9DDA-6A58-F63E85CF8C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B6C3C168-E6E4-9B9E-1869-6B1F13E9EE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4C53F9-DAF1-4795-BE70-D200669F1F02}" type="datetimeFigureOut">
              <a:rPr lang="hu-HU" smtClean="0"/>
              <a:t>2026. 04. 20.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305DFE50-ED93-2BEE-EBB1-02B5EB32AA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DC2C69CF-DF35-4CCC-3C2B-D264990C1A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737ED-881F-4ECD-9166-88D4B8D7170F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19180697"/>
      </p:ext>
    </p:extLst>
  </p:cSld>
  <p:clrMapOvr>
    <a:masterClrMapping/>
  </p:clrMapOvr>
  <p:transition spd="slow">
    <p:push dir="u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F327D4A-A075-B26F-624F-5337F6CB02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264A5C93-FB40-E883-6921-D2CE3BDDAD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93667A76-A2ED-93E6-9F80-173D148D94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4C53F9-DAF1-4795-BE70-D200669F1F02}" type="datetimeFigureOut">
              <a:rPr lang="hu-HU" smtClean="0"/>
              <a:t>2026. 04. 20.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A9CF59D4-F409-ABE6-132E-5E31FF4A07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B9847D75-0C1C-F03D-71DC-61106FC346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737ED-881F-4ECD-9166-88D4B8D7170F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6534508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8EF988F-EB88-ECCC-778E-01BCC72A6E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26DB6A55-83E3-6A20-F5B0-FCC601321C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F5F96A84-A052-BF35-BB22-5233000648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717C4C9D-47B4-576A-742B-A992BAC4C5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4C53F9-DAF1-4795-BE70-D200669F1F02}" type="datetimeFigureOut">
              <a:rPr lang="hu-HU" smtClean="0"/>
              <a:t>2026. 04. 20.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488AA243-5ED6-5283-F441-67C3367D89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803D5141-681A-E576-8357-2C00A58BD5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737ED-881F-4ECD-9166-88D4B8D7170F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3099860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4892E01-75C8-E4E1-0AE9-FA0DAD3604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75C83500-6330-3318-1BC8-F48D134612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20C5EA66-3B8F-1996-A332-F2A97E75DB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71D2C20E-2BD5-E9A9-1185-E4ED6CACB78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EB1D2472-FAE1-2B8B-9009-F2EFA9DC896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E2A79812-3E79-7143-CC8E-B75B8E1F04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4C53F9-DAF1-4795-BE70-D200669F1F02}" type="datetimeFigureOut">
              <a:rPr lang="hu-HU" smtClean="0"/>
              <a:t>2026. 04. 20.</a:t>
            </a:fld>
            <a:endParaRPr lang="hu-HU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AFA4BC0D-BF0C-7F8C-980F-16218F7BD9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A9C9F752-ADB3-82F2-AAB5-3E8E5A407E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737ED-881F-4ECD-9166-88D4B8D7170F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5179816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EE2BCF8-CE58-919E-BCF9-298249FCD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427204CF-7F08-4A57-76AF-109839764A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4C53F9-DAF1-4795-BE70-D200669F1F02}" type="datetimeFigureOut">
              <a:rPr lang="hu-HU" smtClean="0"/>
              <a:t>2026. 04. 20.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16B9B413-642E-BC77-54DA-2E5108DFF5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307FA22B-34A4-10E9-B371-8B7BEDF628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737ED-881F-4ECD-9166-88D4B8D7170F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3517737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878C6F91-BFE4-9966-118D-2C26D2C6EF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4C53F9-DAF1-4795-BE70-D200669F1F02}" type="datetimeFigureOut">
              <a:rPr lang="hu-HU" smtClean="0"/>
              <a:t>2026. 04. 20.</a:t>
            </a:fld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F89419D1-ABAF-09AC-FD92-824B5B0321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7745BFD6-AA83-92DA-0828-44013B19F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737ED-881F-4ECD-9166-88D4B8D7170F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4464465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E5F048B-1AA1-A198-140E-B2C0109C4E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A0B54B88-BEEB-DD8E-88D1-A659885609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5C8AF7FC-8BFE-504F-A906-BC08AE1145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9A909009-0CFB-D7E8-9259-A288E0C81C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4C53F9-DAF1-4795-BE70-D200669F1F02}" type="datetimeFigureOut">
              <a:rPr lang="hu-HU" smtClean="0"/>
              <a:t>2026. 04. 20.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6345BF83-EED2-8761-FA26-FEB2E5D1D1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929502B4-8D91-3125-4C8E-5D415FE178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737ED-881F-4ECD-9166-88D4B8D7170F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164866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8AC61E4-305A-80F0-73FF-4AB2ABE4B7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38A53DF0-AFD5-0091-CA47-DA7E06F9109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EB9377B2-7ADD-E1EA-ECFA-221FCC6DB7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09A82218-CAE9-CF54-FB1C-A4480B9C4A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4C53F9-DAF1-4795-BE70-D200669F1F02}" type="datetimeFigureOut">
              <a:rPr lang="hu-HU" smtClean="0"/>
              <a:t>2026. 04. 20.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6B899AB8-BBBF-899E-EC8D-D3D3798DAA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80BB7F1B-2663-4C24-6226-361AE8ED36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737ED-881F-4ECD-9166-88D4B8D7170F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288157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8BE77CF-C453-CF60-EDD1-1D2C7917A8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AB56DEC2-4690-2748-766F-2680140C1B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86CF72DF-2230-16F4-4E5F-9C0B4F4EBD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4C53F9-DAF1-4795-BE70-D200669F1F02}" type="datetimeFigureOut">
              <a:rPr lang="hu-HU" smtClean="0"/>
              <a:t>2026. 04. 20.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B67F1FD1-2EEF-7168-00DD-ACB7F0B128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46ABC810-7F2C-A448-D1CD-8F85648117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737ED-881F-4ECD-9166-88D4B8D7170F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1135581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F416BB20-DBB3-2076-12FC-171A3D697A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9079C405-9CDE-857A-EF9D-9C2311461D2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D4EA1D83-1E39-16DF-17CF-406681E9CF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4C53F9-DAF1-4795-BE70-D200669F1F02}" type="datetimeFigureOut">
              <a:rPr lang="hu-HU" smtClean="0"/>
              <a:t>2026. 04. 20.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17922EE2-C519-B3FD-8977-5728516A05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10068B72-E1BA-27DA-EC25-CBBCE403CB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737ED-881F-4ECD-9166-88D4B8D7170F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5287686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microsoft.com/office/2007/relationships/hdphoto" Target="../media/hdphoto1.wd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artisticBlur radius="20"/>
                    </a14:imgEffect>
                  </a14:imgLayer>
                </a14:imgProps>
              </a:ext>
            </a:extLst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53D06483-7CA2-4E57-D41D-C6175A4084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97E37CDC-B9B7-4C26-22AC-9810A37886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7097365B-6A78-B24D-A842-694F5A39590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A4C53F9-DAF1-4795-BE70-D200669F1F02}" type="datetimeFigureOut">
              <a:rPr lang="hu-HU" smtClean="0"/>
              <a:t>2026. 04. 20.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81F03607-D526-2A22-11E8-0E2626C9E00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EDB73B5C-6882-19DF-2AC4-4B0B06BE7F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56737ED-881F-4ECD-9166-88D4B8D7170F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1552434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2B87526-7116-D927-878D-3423FD7C829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dirty="0" err="1"/>
              <a:t>Bellora</a:t>
            </a:r>
            <a:endParaRPr lang="hu-HU" dirty="0"/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92A216CF-7571-F0AD-7C65-3CE77CB99C6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If you don't wear it, sell it</a:t>
            </a:r>
            <a:r>
              <a:rPr lang="hu-HU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3583105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376D53B-F8D4-57A9-0E67-F7F2EE77A4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/>
              <a:t>Purpose</a:t>
            </a:r>
            <a:r>
              <a:rPr lang="hu-HU" dirty="0"/>
              <a:t> of </a:t>
            </a:r>
            <a:r>
              <a:rPr lang="hu-HU" dirty="0" err="1"/>
              <a:t>the</a:t>
            </a:r>
            <a:r>
              <a:rPr lang="hu-HU" dirty="0"/>
              <a:t> Software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1C8E727-092F-0459-2FCB-28C5BE7BE4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934803" cy="4351338"/>
          </a:xfrm>
        </p:spPr>
        <p:txBody>
          <a:bodyPr/>
          <a:lstStyle/>
          <a:p>
            <a:r>
              <a:rPr lang="en-US" dirty="0"/>
              <a:t>Seamless Integration &amp; </a:t>
            </a:r>
            <a:r>
              <a:rPr lang="en-US" b="1" dirty="0"/>
              <a:t>User-Friendly Design</a:t>
            </a:r>
            <a:r>
              <a:rPr lang="en-US" dirty="0"/>
              <a:t>:</a:t>
            </a:r>
            <a:endParaRPr lang="hu-HU" dirty="0"/>
          </a:p>
          <a:p>
            <a:pPr lvl="1" algn="just"/>
            <a:r>
              <a:rPr lang="hu-HU" dirty="0" err="1"/>
              <a:t>Makes</a:t>
            </a:r>
            <a:r>
              <a:rPr lang="hu-HU" dirty="0"/>
              <a:t> </a:t>
            </a:r>
            <a:r>
              <a:rPr lang="hu-HU" dirty="0" err="1"/>
              <a:t>buying</a:t>
            </a:r>
            <a:r>
              <a:rPr lang="hu-HU" dirty="0"/>
              <a:t> </a:t>
            </a:r>
            <a:r>
              <a:rPr lang="hu-HU" dirty="0" err="1"/>
              <a:t>second</a:t>
            </a:r>
            <a:r>
              <a:rPr lang="hu-HU" dirty="0"/>
              <a:t> </a:t>
            </a:r>
            <a:r>
              <a:rPr lang="hu-HU" dirty="0" err="1"/>
              <a:t>hand</a:t>
            </a:r>
            <a:r>
              <a:rPr lang="hu-HU" dirty="0"/>
              <a:t> </a:t>
            </a:r>
            <a:r>
              <a:rPr lang="hu-HU" dirty="0" err="1"/>
              <a:t>items</a:t>
            </a:r>
            <a:r>
              <a:rPr lang="hu-HU" dirty="0"/>
              <a:t> </a:t>
            </a:r>
            <a:r>
              <a:rPr lang="hu-HU" b="1" dirty="0"/>
              <a:t>less</a:t>
            </a:r>
            <a:r>
              <a:rPr lang="hu-HU" dirty="0"/>
              <a:t> </a:t>
            </a:r>
            <a:r>
              <a:rPr lang="hu-HU" b="1" dirty="0" err="1"/>
              <a:t>stressful</a:t>
            </a:r>
            <a:r>
              <a:rPr lang="hu-HU" dirty="0"/>
              <a:t>, </a:t>
            </a:r>
            <a:r>
              <a:rPr lang="hu-HU" b="1" dirty="0" err="1"/>
              <a:t>easier</a:t>
            </a:r>
            <a:r>
              <a:rPr lang="hu-HU" dirty="0"/>
              <a:t> and </a:t>
            </a:r>
            <a:r>
              <a:rPr lang="hu-HU" b="1" dirty="0" err="1"/>
              <a:t>faster</a:t>
            </a:r>
            <a:endParaRPr lang="en-US" b="1" dirty="0"/>
          </a:p>
          <a:p>
            <a:pPr lvl="1" algn="just"/>
            <a:r>
              <a:rPr lang="en-US" dirty="0"/>
              <a:t>Strengthens the sense of </a:t>
            </a:r>
            <a:r>
              <a:rPr lang="en-US" b="1" dirty="0"/>
              <a:t>community</a:t>
            </a:r>
          </a:p>
          <a:p>
            <a:pPr lvl="1" algn="just"/>
            <a:r>
              <a:rPr lang="en-US" dirty="0"/>
              <a:t>Adds </a:t>
            </a:r>
            <a:r>
              <a:rPr lang="en-US" b="1" dirty="0"/>
              <a:t>excitement</a:t>
            </a:r>
            <a:r>
              <a:rPr lang="en-US" dirty="0"/>
              <a:t> and </a:t>
            </a:r>
            <a:r>
              <a:rPr lang="en-US" b="1" dirty="0"/>
              <a:t>innovation</a:t>
            </a:r>
            <a:r>
              <a:rPr lang="en-US" dirty="0"/>
              <a:t> to the environment</a:t>
            </a:r>
            <a:r>
              <a:rPr lang="hu-HU" dirty="0"/>
              <a:t> of online </a:t>
            </a:r>
            <a:r>
              <a:rPr lang="hu-HU" dirty="0" err="1"/>
              <a:t>markets</a:t>
            </a:r>
            <a:endParaRPr lang="en-US" dirty="0"/>
          </a:p>
          <a:p>
            <a:endParaRPr lang="hu-HU" dirty="0"/>
          </a:p>
        </p:txBody>
      </p:sp>
      <p:sp>
        <p:nvSpPr>
          <p:cNvPr id="4" name="Tartalom helye 2">
            <a:extLst>
              <a:ext uri="{FF2B5EF4-FFF2-40B4-BE49-F238E27FC236}">
                <a16:creationId xmlns:a16="http://schemas.microsoft.com/office/drawing/2014/main" id="{45853DAE-C86D-1D6B-3A19-4F51AD24EAA4}"/>
              </a:ext>
            </a:extLst>
          </p:cNvPr>
          <p:cNvSpPr txBox="1">
            <a:spLocks/>
          </p:cNvSpPr>
          <p:nvPr/>
        </p:nvSpPr>
        <p:spPr>
          <a:xfrm>
            <a:off x="6229066" y="1825625"/>
            <a:ext cx="4934803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Innovative Web Platform:</a:t>
            </a:r>
          </a:p>
          <a:p>
            <a:pPr lvl="1" algn="just"/>
            <a:r>
              <a:rPr lang="en-US" dirty="0"/>
              <a:t>Accessible on both </a:t>
            </a:r>
            <a:r>
              <a:rPr lang="en-US" b="1" dirty="0"/>
              <a:t>mobile devices</a:t>
            </a:r>
            <a:r>
              <a:rPr lang="en-US" dirty="0"/>
              <a:t> and </a:t>
            </a:r>
            <a:r>
              <a:rPr lang="en-US" b="1" dirty="0"/>
              <a:t>computers</a:t>
            </a:r>
            <a:r>
              <a:rPr lang="hu-HU" b="1" dirty="0"/>
              <a:t> </a:t>
            </a:r>
            <a:r>
              <a:rPr lang="hu-HU" dirty="0"/>
              <a:t>(</a:t>
            </a:r>
            <a:r>
              <a:rPr lang="hu-HU" dirty="0" err="1"/>
              <a:t>responsive</a:t>
            </a:r>
            <a:r>
              <a:rPr lang="hu-HU" dirty="0"/>
              <a:t> design)</a:t>
            </a:r>
            <a:endParaRPr lang="en-US" dirty="0"/>
          </a:p>
          <a:p>
            <a:pPr lvl="1" algn="just"/>
            <a:r>
              <a:rPr lang="en-US" dirty="0"/>
              <a:t>Ensures </a:t>
            </a:r>
            <a:r>
              <a:rPr lang="en-US" b="1" dirty="0"/>
              <a:t>broad usability </a:t>
            </a:r>
            <a:r>
              <a:rPr lang="en-US" dirty="0"/>
              <a:t>and convenience</a:t>
            </a:r>
          </a:p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4114991687"/>
      </p:ext>
    </p:extLst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9FA8EA-8160-2586-008F-1B62FA2B1F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05BC42E-4AD1-91F1-F4A8-335078EB93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Csák Zoltán Barnabás’ </a:t>
            </a:r>
            <a:r>
              <a:rPr lang="hu-HU" dirty="0" err="1"/>
              <a:t>Contributions</a:t>
            </a:r>
            <a:endParaRPr lang="hu-HU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3804DBB2-80EE-46CB-7D24-DAD3840045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73879"/>
            <a:ext cx="4934803" cy="4203084"/>
          </a:xfrm>
        </p:spPr>
        <p:txBody>
          <a:bodyPr/>
          <a:lstStyle/>
          <a:p>
            <a:pPr algn="just"/>
            <a:r>
              <a:rPr lang="hu-HU" dirty="0"/>
              <a:t>Conversion </a:t>
            </a:r>
            <a:r>
              <a:rPr lang="hu-HU" dirty="0" err="1"/>
              <a:t>from</a:t>
            </a:r>
            <a:r>
              <a:rPr lang="hu-HU" dirty="0"/>
              <a:t> </a:t>
            </a:r>
            <a:r>
              <a:rPr lang="hu-HU" dirty="0" err="1"/>
              <a:t>raw</a:t>
            </a:r>
            <a:r>
              <a:rPr lang="hu-HU" dirty="0"/>
              <a:t> </a:t>
            </a:r>
            <a:r>
              <a:rPr lang="hu-HU" dirty="0" err="1"/>
              <a:t>MySQL</a:t>
            </a:r>
            <a:r>
              <a:rPr lang="hu-HU" dirty="0"/>
              <a:t> </a:t>
            </a:r>
            <a:r>
              <a:rPr lang="hu-HU" dirty="0" err="1"/>
              <a:t>to</a:t>
            </a:r>
            <a:r>
              <a:rPr lang="hu-HU" dirty="0"/>
              <a:t> </a:t>
            </a:r>
            <a:r>
              <a:rPr lang="hu-HU" dirty="0" err="1"/>
              <a:t>Prisma</a:t>
            </a:r>
            <a:r>
              <a:rPr lang="hu-HU" dirty="0"/>
              <a:t> </a:t>
            </a:r>
          </a:p>
          <a:p>
            <a:pPr algn="just"/>
            <a:r>
              <a:rPr lang="hu-HU" dirty="0" err="1"/>
              <a:t>Favourites</a:t>
            </a:r>
            <a:r>
              <a:rPr lang="hu-HU" dirty="0"/>
              <a:t> </a:t>
            </a:r>
            <a:r>
              <a:rPr lang="hu-HU" dirty="0" err="1"/>
              <a:t>function</a:t>
            </a:r>
            <a:endParaRPr lang="hu-HU" dirty="0"/>
          </a:p>
          <a:p>
            <a:pPr algn="just"/>
            <a:r>
              <a:rPr lang="hu-HU" dirty="0" err="1"/>
              <a:t>Registration</a:t>
            </a:r>
            <a:endParaRPr lang="hu-HU" dirty="0"/>
          </a:p>
          <a:p>
            <a:pPr algn="just"/>
            <a:endParaRPr lang="hu-HU" dirty="0"/>
          </a:p>
          <a:p>
            <a:endParaRPr lang="hu-HU" dirty="0"/>
          </a:p>
        </p:txBody>
      </p:sp>
      <p:sp>
        <p:nvSpPr>
          <p:cNvPr id="4" name="Tartalom helye 2">
            <a:extLst>
              <a:ext uri="{FF2B5EF4-FFF2-40B4-BE49-F238E27FC236}">
                <a16:creationId xmlns:a16="http://schemas.microsoft.com/office/drawing/2014/main" id="{39BA8675-FDA6-CF4B-3EFF-9AC1A50C66A7}"/>
              </a:ext>
            </a:extLst>
          </p:cNvPr>
          <p:cNvSpPr txBox="1">
            <a:spLocks/>
          </p:cNvSpPr>
          <p:nvPr/>
        </p:nvSpPr>
        <p:spPr>
          <a:xfrm>
            <a:off x="6229066" y="1973878"/>
            <a:ext cx="4934803" cy="42030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hu-HU" dirty="0" err="1"/>
              <a:t>Favourites</a:t>
            </a:r>
            <a:r>
              <a:rPr lang="hu-HU" dirty="0"/>
              <a:t> design</a:t>
            </a:r>
          </a:p>
          <a:p>
            <a:pPr algn="just"/>
            <a:r>
              <a:rPr lang="hu-HU" dirty="0" err="1"/>
              <a:t>Navbar</a:t>
            </a:r>
            <a:endParaRPr lang="hu-HU" dirty="0"/>
          </a:p>
          <a:p>
            <a:pPr algn="just"/>
            <a:r>
              <a:rPr lang="hu-HU" dirty="0" err="1"/>
              <a:t>Item</a:t>
            </a:r>
            <a:r>
              <a:rPr lang="hu-HU" dirty="0"/>
              <a:t> </a:t>
            </a:r>
            <a:r>
              <a:rPr lang="hu-HU" dirty="0" err="1"/>
              <a:t>detail</a:t>
            </a:r>
            <a:r>
              <a:rPr lang="hu-HU" dirty="0"/>
              <a:t>, </a:t>
            </a:r>
            <a:r>
              <a:rPr lang="hu-HU" dirty="0" err="1"/>
              <a:t>edit</a:t>
            </a:r>
            <a:endParaRPr lang="hu-HU" dirty="0"/>
          </a:p>
          <a:p>
            <a:endParaRPr lang="hu-HU" dirty="0"/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A71977B4-C4FE-A6D6-91DF-9FC69CC49B46}"/>
              </a:ext>
            </a:extLst>
          </p:cNvPr>
          <p:cNvSpPr txBox="1"/>
          <p:nvPr/>
        </p:nvSpPr>
        <p:spPr>
          <a:xfrm>
            <a:off x="838200" y="1604546"/>
            <a:ext cx="49348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dirty="0"/>
              <a:t>Backend</a:t>
            </a:r>
          </a:p>
        </p:txBody>
      </p:sp>
      <p:sp>
        <p:nvSpPr>
          <p:cNvPr id="6" name="Szövegdoboz 5">
            <a:extLst>
              <a:ext uri="{FF2B5EF4-FFF2-40B4-BE49-F238E27FC236}">
                <a16:creationId xmlns:a16="http://schemas.microsoft.com/office/drawing/2014/main" id="{F0A248D2-9E15-C1EA-E44A-0BBF92824239}"/>
              </a:ext>
            </a:extLst>
          </p:cNvPr>
          <p:cNvSpPr txBox="1"/>
          <p:nvPr/>
        </p:nvSpPr>
        <p:spPr>
          <a:xfrm>
            <a:off x="6229066" y="1556779"/>
            <a:ext cx="49348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dirty="0"/>
              <a:t>Frontend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B172C1CD-77B0-8B17-49D6-DD9BACA862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4287" y="5045951"/>
            <a:ext cx="4934803" cy="11206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FE5BC0EF-4A31-7E00-29E0-984F714089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4287" y="6308209"/>
            <a:ext cx="10051112" cy="369332"/>
          </a:xfrm>
          <a:prstGeom prst="rect">
            <a:avLst/>
          </a:prstGeom>
        </p:spPr>
      </p:pic>
      <p:pic>
        <p:nvPicPr>
          <p:cNvPr id="12" name="Kép 11">
            <a:extLst>
              <a:ext uri="{FF2B5EF4-FFF2-40B4-BE49-F238E27FC236}">
                <a16:creationId xmlns:a16="http://schemas.microsoft.com/office/drawing/2014/main" id="{4477FA21-CDEF-3E76-FE51-4C88A6D8CB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92317" y="3607884"/>
            <a:ext cx="1543288" cy="2316448"/>
          </a:xfrm>
          <a:prstGeom prst="rect">
            <a:avLst/>
          </a:prstGeom>
        </p:spPr>
      </p:pic>
      <p:pic>
        <p:nvPicPr>
          <p:cNvPr id="14" name="Kép 13">
            <a:extLst>
              <a:ext uri="{FF2B5EF4-FFF2-40B4-BE49-F238E27FC236}">
                <a16:creationId xmlns:a16="http://schemas.microsoft.com/office/drawing/2014/main" id="{A4A8E0C1-073D-E160-7C06-1A8D46E8343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15180" y="3607884"/>
            <a:ext cx="1790901" cy="2316448"/>
          </a:xfrm>
          <a:prstGeom prst="rect">
            <a:avLst/>
          </a:prstGeom>
        </p:spPr>
      </p:pic>
      <p:pic>
        <p:nvPicPr>
          <p:cNvPr id="1036" name="Picture 12">
            <a:extLst>
              <a:ext uri="{FF2B5EF4-FFF2-40B4-BE49-F238E27FC236}">
                <a16:creationId xmlns:a16="http://schemas.microsoft.com/office/drawing/2014/main" id="{A5CCEF03-8A56-6CBB-4FBA-B851CF9342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2208" y="3398439"/>
            <a:ext cx="2746882" cy="15058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58445251"/>
      </p:ext>
    </p:extLst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540EDA-5393-F7C2-654D-9A2A06FBD0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8132F06-0EBF-F8C2-925A-82E7887307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Gere </a:t>
            </a:r>
            <a:r>
              <a:rPr lang="hu-HU" dirty="0" err="1"/>
              <a:t>Dániel’s</a:t>
            </a:r>
            <a:r>
              <a:rPr lang="hu-HU" dirty="0"/>
              <a:t> </a:t>
            </a:r>
            <a:r>
              <a:rPr lang="hu-HU" dirty="0" err="1"/>
              <a:t>Contributions</a:t>
            </a:r>
            <a:endParaRPr lang="hu-HU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834B50B-95C7-8C10-7BFE-4DD40A9133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73879"/>
            <a:ext cx="4934803" cy="4203084"/>
          </a:xfrm>
        </p:spPr>
        <p:txBody>
          <a:bodyPr/>
          <a:lstStyle/>
          <a:p>
            <a:pPr algn="just"/>
            <a:r>
              <a:rPr lang="hu-HU" dirty="0" err="1"/>
              <a:t>Notifications</a:t>
            </a:r>
            <a:endParaRPr lang="hu-HU" dirty="0"/>
          </a:p>
          <a:p>
            <a:pPr algn="just"/>
            <a:r>
              <a:rPr lang="hu-HU" dirty="0"/>
              <a:t>Public </a:t>
            </a:r>
            <a:r>
              <a:rPr lang="hu-HU" dirty="0" err="1"/>
              <a:t>profile</a:t>
            </a:r>
            <a:endParaRPr lang="hu-HU" dirty="0"/>
          </a:p>
          <a:p>
            <a:pPr algn="just"/>
            <a:r>
              <a:rPr lang="hu-HU" dirty="0" err="1"/>
              <a:t>Messages</a:t>
            </a:r>
            <a:r>
              <a:rPr lang="hu-HU" dirty="0"/>
              <a:t> </a:t>
            </a:r>
            <a:r>
              <a:rPr lang="hu-HU" dirty="0" err="1"/>
              <a:t>routing</a:t>
            </a:r>
            <a:endParaRPr lang="hu-HU" dirty="0"/>
          </a:p>
          <a:p>
            <a:pPr algn="just"/>
            <a:r>
              <a:rPr lang="hu-HU" dirty="0"/>
              <a:t>Login</a:t>
            </a:r>
          </a:p>
        </p:txBody>
      </p:sp>
      <p:sp>
        <p:nvSpPr>
          <p:cNvPr id="4" name="Tartalom helye 2">
            <a:extLst>
              <a:ext uri="{FF2B5EF4-FFF2-40B4-BE49-F238E27FC236}">
                <a16:creationId xmlns:a16="http://schemas.microsoft.com/office/drawing/2014/main" id="{A6D4FF78-3AF7-E84E-4199-71983811D8DA}"/>
              </a:ext>
            </a:extLst>
          </p:cNvPr>
          <p:cNvSpPr txBox="1">
            <a:spLocks/>
          </p:cNvSpPr>
          <p:nvPr/>
        </p:nvSpPr>
        <p:spPr>
          <a:xfrm>
            <a:off x="6229066" y="1973878"/>
            <a:ext cx="4934803" cy="42030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hu-HU" dirty="0" err="1"/>
              <a:t>Notifications</a:t>
            </a:r>
            <a:r>
              <a:rPr lang="hu-HU" dirty="0"/>
              <a:t> design</a:t>
            </a:r>
          </a:p>
          <a:p>
            <a:pPr algn="just"/>
            <a:r>
              <a:rPr lang="hu-HU" dirty="0" err="1"/>
              <a:t>Messages</a:t>
            </a:r>
            <a:r>
              <a:rPr lang="hu-HU" dirty="0"/>
              <a:t> design</a:t>
            </a:r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D4726590-C1CC-5C11-42CF-95BE50917516}"/>
              </a:ext>
            </a:extLst>
          </p:cNvPr>
          <p:cNvSpPr txBox="1"/>
          <p:nvPr/>
        </p:nvSpPr>
        <p:spPr>
          <a:xfrm>
            <a:off x="838200" y="1604546"/>
            <a:ext cx="49348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dirty="0"/>
              <a:t>Backend</a:t>
            </a:r>
          </a:p>
        </p:txBody>
      </p:sp>
      <p:sp>
        <p:nvSpPr>
          <p:cNvPr id="6" name="Szövegdoboz 5">
            <a:extLst>
              <a:ext uri="{FF2B5EF4-FFF2-40B4-BE49-F238E27FC236}">
                <a16:creationId xmlns:a16="http://schemas.microsoft.com/office/drawing/2014/main" id="{09F180C4-C72B-C0ED-D238-1DA1FC2BF5BA}"/>
              </a:ext>
            </a:extLst>
          </p:cNvPr>
          <p:cNvSpPr txBox="1"/>
          <p:nvPr/>
        </p:nvSpPr>
        <p:spPr>
          <a:xfrm>
            <a:off x="6229066" y="1556779"/>
            <a:ext cx="49348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dirty="0"/>
              <a:t>Frontend</a:t>
            </a:r>
          </a:p>
        </p:txBody>
      </p:sp>
      <p:pic>
        <p:nvPicPr>
          <p:cNvPr id="16" name="Kép 15">
            <a:extLst>
              <a:ext uri="{FF2B5EF4-FFF2-40B4-BE49-F238E27FC236}">
                <a16:creationId xmlns:a16="http://schemas.microsoft.com/office/drawing/2014/main" id="{6E11B77B-08CA-34AE-B7F2-75E408B209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7866" y="5192073"/>
            <a:ext cx="3057952" cy="1533739"/>
          </a:xfrm>
          <a:prstGeom prst="rect">
            <a:avLst/>
          </a:prstGeom>
        </p:spPr>
      </p:pic>
      <p:pic>
        <p:nvPicPr>
          <p:cNvPr id="18" name="Kép 17">
            <a:extLst>
              <a:ext uri="{FF2B5EF4-FFF2-40B4-BE49-F238E27FC236}">
                <a16:creationId xmlns:a16="http://schemas.microsoft.com/office/drawing/2014/main" id="{52726C49-C552-A9B8-2014-9695E9D9B4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8049" y="3150206"/>
            <a:ext cx="3999269" cy="1929059"/>
          </a:xfrm>
          <a:prstGeom prst="rect">
            <a:avLst/>
          </a:prstGeom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F65D50F3-4FA6-C665-64D3-96FA0FB752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8131" y="4129663"/>
            <a:ext cx="3552398" cy="24929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27387712"/>
      </p:ext>
    </p:extLst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06BE156-009B-23EC-4FCF-A7D87970771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dirty="0" err="1"/>
              <a:t>Thank</a:t>
            </a:r>
            <a:r>
              <a:rPr lang="hu-HU" dirty="0"/>
              <a:t> </a:t>
            </a:r>
            <a:r>
              <a:rPr lang="hu-HU" dirty="0" err="1"/>
              <a:t>You</a:t>
            </a:r>
            <a:r>
              <a:rPr lang="hu-HU" dirty="0"/>
              <a:t> </a:t>
            </a:r>
            <a:r>
              <a:rPr lang="hu-HU" dirty="0" err="1"/>
              <a:t>for</a:t>
            </a:r>
            <a:r>
              <a:rPr lang="hu-HU" dirty="0"/>
              <a:t> </a:t>
            </a:r>
            <a:r>
              <a:rPr lang="hu-HU" dirty="0" err="1"/>
              <a:t>your</a:t>
            </a:r>
            <a:r>
              <a:rPr lang="hu-HU" dirty="0"/>
              <a:t> </a:t>
            </a:r>
            <a:r>
              <a:rPr lang="hu-HU" dirty="0" err="1"/>
              <a:t>attention</a:t>
            </a:r>
            <a:r>
              <a:rPr lang="hu-HU" dirty="0"/>
              <a:t>!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2B38EF00-0737-E771-FFC4-3A588827766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hu-HU" dirty="0" err="1"/>
              <a:t>Made</a:t>
            </a:r>
            <a:r>
              <a:rPr lang="hu-HU" dirty="0"/>
              <a:t> </a:t>
            </a:r>
            <a:r>
              <a:rPr lang="hu-HU" dirty="0" err="1"/>
              <a:t>by</a:t>
            </a:r>
            <a:r>
              <a:rPr lang="hu-HU" dirty="0"/>
              <a:t>:</a:t>
            </a:r>
            <a:br>
              <a:rPr lang="hu-HU" dirty="0"/>
            </a:br>
            <a:r>
              <a:rPr lang="hu-HU" dirty="0"/>
              <a:t>Csák Zoltán Barnabás</a:t>
            </a:r>
            <a:br>
              <a:rPr lang="hu-HU" dirty="0"/>
            </a:br>
            <a:r>
              <a:rPr lang="hu-HU" dirty="0"/>
              <a:t>Gere Dániel</a:t>
            </a:r>
          </a:p>
        </p:txBody>
      </p:sp>
    </p:spTree>
    <p:extLst>
      <p:ext uri="{BB962C8B-B14F-4D97-AF65-F5344CB8AC3E}">
        <p14:creationId xmlns:p14="http://schemas.microsoft.com/office/powerpoint/2010/main" val="1753718780"/>
      </p:ext>
    </p:extLst>
  </p:cSld>
  <p:clrMapOvr>
    <a:masterClrMapping/>
  </p:clrMapOvr>
  <p:transition spd="slow">
    <p:push dir="u"/>
  </p:transition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89</TotalTime>
  <Words>125</Words>
  <Application>Microsoft Office PowerPoint</Application>
  <PresentationFormat>Szélesvásznú</PresentationFormat>
  <Paragraphs>32</Paragraphs>
  <Slides>5</Slides>
  <Notes>1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Office-téma</vt:lpstr>
      <vt:lpstr>Bellora</vt:lpstr>
      <vt:lpstr>Purpose of the Software</vt:lpstr>
      <vt:lpstr>Csák Zoltán Barnabás’ Contributions</vt:lpstr>
      <vt:lpstr>Gere Dániel’s Contributions</vt:lpstr>
      <vt:lpstr>Thank You for your attention!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O365 felhasználó</dc:creator>
  <cp:lastModifiedBy>O365 felhasználó</cp:lastModifiedBy>
  <cp:revision>7</cp:revision>
  <dcterms:created xsi:type="dcterms:W3CDTF">2026-04-20T18:52:24Z</dcterms:created>
  <dcterms:modified xsi:type="dcterms:W3CDTF">2026-04-20T20:22:07Z</dcterms:modified>
</cp:coreProperties>
</file>