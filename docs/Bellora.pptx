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7" r:id="rId4"/>
    <p:sldId id="263" r:id="rId5"/>
    <p:sldId id="264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8D833-244B-4ADB-AE91-8A49E86CB26D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F967C-C838-4F8F-BC28-F2B7B353D3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677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Pls</a:t>
            </a:r>
            <a:r>
              <a:rPr lang="hu-HU" dirty="0"/>
              <a:t> like and </a:t>
            </a:r>
            <a:r>
              <a:rPr lang="hu-HU" dirty="0" err="1"/>
              <a:t>sub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F967C-C838-4F8F-BC28-F2B7B353D3AD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3623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169C1C-27C7-10B0-B41D-DC7CF9AD5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80A80AF-452D-187A-EC2B-77A955C2C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D7D65AA-0428-4A77-C1BC-8E2635BE3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E13C30-6455-867E-F3E2-C264DC17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67B28E-6FF4-0984-B5E1-BC493F66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157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FED157-A898-1BF6-6B3F-DB65F717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BC2FB0-C6FD-9DDA-6A58-F63E85CF8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6C3C168-E6E4-9B9E-1869-6B1F13E9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5DFE50-ED93-2BEE-EBB1-02B5EB32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C2C69CF-DF35-4CCC-3C2B-D264990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918069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327D4A-A075-B26F-624F-5337F6CB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64A5C93-FB40-E883-6921-D2CE3BDDA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3667A76-A2ED-93E6-9F80-173D148D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9CF59D4-F409-ABE6-132E-5E31FF4A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847D75-0C1C-F03D-71DC-61106FC3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3450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EF988F-EB88-ECCC-778E-01BCC72A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DB6A55-83E3-6A20-F5B0-FCC601321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5F96A84-A052-BF35-BB22-523300064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17C4C9D-47B4-576A-742B-A992BAC4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8AA243-5ED6-5283-F441-67C3367D8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03D5141-681A-E576-8357-2C00A58B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9986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892E01-75C8-E4E1-0AE9-FA0DAD36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5C83500-6330-3318-1BC8-F48D13461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0C5EA66-3B8F-1996-A332-F2A97E75D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1D2C20E-2BD5-E9A9-1185-E4ED6CACB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B1D2472-FAE1-2B8B-9009-F2EFA9DC8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2A79812-3E79-7143-CC8E-B75B8E1F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FA4BC0D-BF0C-7F8C-980F-16218F7BD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9C9F752-ADB3-82F2-AAB5-3E8E5A40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798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E2BCF8-CE58-919E-BCF9-298249FCD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27204CF-7F08-4A57-76AF-10983976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6B9B413-642E-BC77-54DA-2E5108DF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07FA22B-34A4-10E9-B371-8B7BEDF6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1773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78C6F91-BFE4-9966-118D-2C26D2C6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89419D1-ABAF-09AC-FD92-824B5B032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745BFD6-AA83-92DA-0828-44013B19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644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5F048B-1AA1-A198-140E-B2C0109C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B54B88-BEEB-DD8E-88D1-A6598856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C8AF7FC-8BFE-504F-A906-BC08AE114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A909009-0CFB-D7E8-9259-A288E0C8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345BF83-EED2-8761-FA26-FEB2E5D1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29502B4-8D91-3125-4C8E-5D415FE1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48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AC61E4-305A-80F0-73FF-4AB2ABE4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8A53DF0-AFD5-0091-CA47-DA7E06F91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B9377B2-7ADD-E1EA-ECFA-221FCC6DB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9A82218-CAE9-CF54-FB1C-A4480B9C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B899AB8-BBBF-899E-EC8D-D3D3798D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0BB7F1B-2663-4C24-6226-361AE8ED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881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BE77CF-C453-CF60-EDD1-1D2C7917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B56DEC2-4690-2748-766F-2680140C1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6CF72DF-2230-16F4-4E5F-9C0B4F4E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67F1FD1-2EEF-7168-00DD-ACB7F0B1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6ABC810-7F2C-A448-D1CD-8F856481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355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416BB20-DBB3-2076-12FC-171A3D697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079C405-9CDE-857A-EF9D-9C2311461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EA1D83-1E39-16DF-17CF-406681E9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922EE2-C519-B3FD-8977-5728516A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068B72-E1BA-27DA-EC25-CBBCE403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876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 radius="2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3D06483-7CA2-4E57-D41D-C6175A40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7E37CDC-B9B7-4C26-22AC-9810A3788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97365B-6A78-B24D-A842-694F5A3959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C53F9-DAF1-4795-BE70-D200669F1F02}" type="datetimeFigureOut">
              <a:rPr lang="hu-HU" smtClean="0"/>
              <a:t>2026. 04. 21.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1F03607-D526-2A22-11E8-0E2626C9E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B73B5C-6882-19DF-2AC4-4B0B06BE7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37ED-881F-4ECD-9166-88D4B8D7170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52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B87526-7116-D927-878D-3423FD7C8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Bellora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2A216CF-7571-F0AD-7C65-3CE77CB99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you don't wear it, sell it</a:t>
            </a:r>
            <a:r>
              <a:rPr lang="hu-H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8310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E022A7-4CC2-C02D-3423-B45E937A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Table</a:t>
            </a:r>
            <a:r>
              <a:rPr lang="hu-HU" dirty="0"/>
              <a:t> of </a:t>
            </a:r>
            <a:r>
              <a:rPr lang="hu-HU" dirty="0" err="1"/>
              <a:t>contents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3BA33F-2B90-AC89-DA26-15C1678A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Purpose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Software</a:t>
            </a:r>
          </a:p>
          <a:p>
            <a:r>
              <a:rPr lang="hu-HU" dirty="0"/>
              <a:t>Project </a:t>
            </a:r>
            <a:r>
              <a:rPr lang="hu-HU" dirty="0" err="1"/>
              <a:t>setup</a:t>
            </a:r>
            <a:endParaRPr lang="hu-HU" dirty="0"/>
          </a:p>
          <a:p>
            <a:r>
              <a:rPr lang="hu-HU" dirty="0"/>
              <a:t>Project management </a:t>
            </a:r>
            <a:r>
              <a:rPr lang="hu-HU" dirty="0" err="1"/>
              <a:t>tools</a:t>
            </a:r>
            <a:endParaRPr lang="hu-HU" dirty="0"/>
          </a:p>
          <a:p>
            <a:r>
              <a:rPr lang="hu-HU" dirty="0" err="1"/>
              <a:t>Csák’s</a:t>
            </a:r>
            <a:r>
              <a:rPr lang="hu-HU" dirty="0"/>
              <a:t> </a:t>
            </a:r>
            <a:r>
              <a:rPr lang="hu-HU" dirty="0" err="1"/>
              <a:t>contributions</a:t>
            </a:r>
            <a:endParaRPr lang="hu-HU" dirty="0"/>
          </a:p>
          <a:p>
            <a:r>
              <a:rPr lang="hu-HU" dirty="0" err="1"/>
              <a:t>Gere’s</a:t>
            </a:r>
            <a:r>
              <a:rPr lang="hu-HU" dirty="0"/>
              <a:t> </a:t>
            </a:r>
            <a:r>
              <a:rPr lang="hu-HU" dirty="0" err="1"/>
              <a:t>contributions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607386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6D53B-F8D4-57A9-0E67-F7F2EE77A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Purpose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Software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C8E727-092F-0459-2FCB-28C5BE7BE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4803" cy="4351338"/>
          </a:xfrm>
        </p:spPr>
        <p:txBody>
          <a:bodyPr/>
          <a:lstStyle/>
          <a:p>
            <a:r>
              <a:rPr lang="en-US" dirty="0"/>
              <a:t>Seamless Integration &amp; </a:t>
            </a:r>
            <a:r>
              <a:rPr lang="en-US" b="1" dirty="0"/>
              <a:t>User-Friendly Design</a:t>
            </a:r>
            <a:r>
              <a:rPr lang="en-US" dirty="0"/>
              <a:t>:</a:t>
            </a:r>
            <a:endParaRPr lang="hu-HU" dirty="0"/>
          </a:p>
          <a:p>
            <a:pPr lvl="1" algn="just"/>
            <a:r>
              <a:rPr lang="hu-HU" dirty="0" err="1"/>
              <a:t>Makes</a:t>
            </a:r>
            <a:r>
              <a:rPr lang="hu-HU" dirty="0"/>
              <a:t> </a:t>
            </a:r>
            <a:r>
              <a:rPr lang="hu-HU" dirty="0" err="1"/>
              <a:t>buying</a:t>
            </a:r>
            <a:r>
              <a:rPr lang="hu-HU" dirty="0"/>
              <a:t> </a:t>
            </a:r>
            <a:r>
              <a:rPr lang="hu-HU" dirty="0" err="1"/>
              <a:t>second</a:t>
            </a:r>
            <a:r>
              <a:rPr lang="hu-HU" dirty="0"/>
              <a:t> </a:t>
            </a:r>
            <a:r>
              <a:rPr lang="hu-HU" dirty="0" err="1"/>
              <a:t>hand</a:t>
            </a:r>
            <a:r>
              <a:rPr lang="hu-HU" dirty="0"/>
              <a:t> </a:t>
            </a:r>
            <a:r>
              <a:rPr lang="hu-HU" dirty="0" err="1"/>
              <a:t>items</a:t>
            </a:r>
            <a:r>
              <a:rPr lang="hu-HU" dirty="0"/>
              <a:t> </a:t>
            </a:r>
            <a:r>
              <a:rPr lang="hu-HU" b="1" dirty="0"/>
              <a:t>less</a:t>
            </a:r>
            <a:r>
              <a:rPr lang="hu-HU" dirty="0"/>
              <a:t> </a:t>
            </a:r>
            <a:r>
              <a:rPr lang="hu-HU" b="1" dirty="0" err="1"/>
              <a:t>stressful</a:t>
            </a:r>
            <a:r>
              <a:rPr lang="hu-HU" dirty="0"/>
              <a:t>, </a:t>
            </a:r>
            <a:r>
              <a:rPr lang="hu-HU" b="1" dirty="0" err="1"/>
              <a:t>easier</a:t>
            </a:r>
            <a:r>
              <a:rPr lang="hu-HU" dirty="0"/>
              <a:t> and </a:t>
            </a:r>
            <a:r>
              <a:rPr lang="hu-HU" b="1" dirty="0" err="1"/>
              <a:t>faster</a:t>
            </a:r>
            <a:endParaRPr lang="en-US" b="1" dirty="0"/>
          </a:p>
          <a:p>
            <a:pPr lvl="1" algn="just"/>
            <a:r>
              <a:rPr lang="en-US" dirty="0"/>
              <a:t>Strengthens the sense of </a:t>
            </a:r>
            <a:r>
              <a:rPr lang="en-US" b="1" dirty="0"/>
              <a:t>community</a:t>
            </a:r>
          </a:p>
          <a:p>
            <a:pPr lvl="1" algn="just"/>
            <a:r>
              <a:rPr lang="en-US" dirty="0"/>
              <a:t>Adds </a:t>
            </a:r>
            <a:r>
              <a:rPr lang="en-US" b="1" dirty="0"/>
              <a:t>excitement</a:t>
            </a:r>
            <a:r>
              <a:rPr lang="en-US" dirty="0"/>
              <a:t> and </a:t>
            </a:r>
            <a:r>
              <a:rPr lang="en-US" b="1" dirty="0"/>
              <a:t>innovation</a:t>
            </a:r>
            <a:r>
              <a:rPr lang="en-US" dirty="0"/>
              <a:t> to the environment</a:t>
            </a:r>
            <a:r>
              <a:rPr lang="hu-HU" dirty="0"/>
              <a:t> of online </a:t>
            </a:r>
            <a:r>
              <a:rPr lang="hu-HU" dirty="0" err="1"/>
              <a:t>markets</a:t>
            </a:r>
            <a:endParaRPr lang="en-US" dirty="0"/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5853DAE-C86D-1D6B-3A19-4F51AD24EAA4}"/>
              </a:ext>
            </a:extLst>
          </p:cNvPr>
          <p:cNvSpPr txBox="1">
            <a:spLocks/>
          </p:cNvSpPr>
          <p:nvPr/>
        </p:nvSpPr>
        <p:spPr>
          <a:xfrm>
            <a:off x="6229066" y="1825625"/>
            <a:ext cx="49348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Innovative Web Platform:</a:t>
            </a:r>
          </a:p>
          <a:p>
            <a:pPr lvl="1" algn="just"/>
            <a:r>
              <a:rPr lang="en-US" dirty="0">
                <a:solidFill>
                  <a:schemeClr val="bg1"/>
                </a:solidFill>
              </a:rPr>
              <a:t>Accessible on both </a:t>
            </a:r>
            <a:r>
              <a:rPr lang="en-US" b="1" dirty="0">
                <a:solidFill>
                  <a:schemeClr val="bg1"/>
                </a:solidFill>
              </a:rPr>
              <a:t>mobile devices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computers</a:t>
            </a:r>
            <a:r>
              <a:rPr lang="hu-HU" b="1" dirty="0">
                <a:solidFill>
                  <a:schemeClr val="bg1"/>
                </a:solidFill>
              </a:rPr>
              <a:t> </a:t>
            </a:r>
            <a:r>
              <a:rPr lang="hu-HU" dirty="0">
                <a:solidFill>
                  <a:schemeClr val="bg1"/>
                </a:solidFill>
              </a:rPr>
              <a:t>(</a:t>
            </a:r>
            <a:r>
              <a:rPr lang="hu-HU" dirty="0" err="1">
                <a:solidFill>
                  <a:schemeClr val="bg1"/>
                </a:solidFill>
              </a:rPr>
              <a:t>responsive</a:t>
            </a:r>
            <a:r>
              <a:rPr lang="hu-HU" dirty="0">
                <a:solidFill>
                  <a:schemeClr val="bg1"/>
                </a:solidFill>
              </a:rPr>
              <a:t> design)</a:t>
            </a:r>
            <a:endParaRPr lang="en-US" dirty="0">
              <a:solidFill>
                <a:schemeClr val="bg1"/>
              </a:solidFill>
            </a:endParaRPr>
          </a:p>
          <a:p>
            <a:pPr lvl="1" algn="just"/>
            <a:r>
              <a:rPr lang="en-US" dirty="0">
                <a:solidFill>
                  <a:schemeClr val="bg1"/>
                </a:solidFill>
              </a:rPr>
              <a:t>Ensures </a:t>
            </a:r>
            <a:r>
              <a:rPr lang="en-US" b="1" dirty="0">
                <a:solidFill>
                  <a:schemeClr val="bg1"/>
                </a:solidFill>
              </a:rPr>
              <a:t>broad usability </a:t>
            </a:r>
            <a:r>
              <a:rPr lang="en-US" dirty="0">
                <a:solidFill>
                  <a:schemeClr val="bg1"/>
                </a:solidFill>
              </a:rPr>
              <a:t>and convenience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149916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268B84-6087-CA78-AC4F-27E3B0E8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</a:t>
            </a:r>
            <a:r>
              <a:rPr lang="hu-HU" dirty="0" err="1"/>
              <a:t>setup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DF0F03-B92D-2A91-4209-874562483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165350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/>
              <a:t>Frontend</a:t>
            </a:r>
          </a:p>
          <a:p>
            <a:pPr algn="ctr"/>
            <a:r>
              <a:rPr lang="hu-HU" sz="2000" dirty="0"/>
              <a:t>React.js</a:t>
            </a:r>
          </a:p>
          <a:p>
            <a:pPr algn="ctr"/>
            <a:r>
              <a:rPr lang="hu-HU" sz="2000" dirty="0" err="1"/>
              <a:t>Tailwind</a:t>
            </a:r>
            <a:endParaRPr lang="hu-HU" sz="2000" dirty="0"/>
          </a:p>
          <a:p>
            <a:pPr algn="ctr"/>
            <a:r>
              <a:rPr lang="hu-HU" sz="2000" dirty="0" err="1"/>
              <a:t>Axios</a:t>
            </a:r>
            <a:endParaRPr lang="hu-HU" sz="2000" dirty="0"/>
          </a:p>
          <a:p>
            <a:pPr algn="ctr"/>
            <a:r>
              <a:rPr lang="hu-HU" sz="2000" dirty="0"/>
              <a:t>Socket.io-</a:t>
            </a:r>
            <a:r>
              <a:rPr lang="hu-HU" sz="2000" dirty="0" err="1"/>
              <a:t>client</a:t>
            </a:r>
            <a:endParaRPr lang="hu-HU" sz="2000" dirty="0"/>
          </a:p>
        </p:txBody>
      </p:sp>
      <p:sp>
        <p:nvSpPr>
          <p:cNvPr id="7" name="Tartalom helye 2">
            <a:extLst>
              <a:ext uri="{FF2B5EF4-FFF2-40B4-BE49-F238E27FC236}">
                <a16:creationId xmlns:a16="http://schemas.microsoft.com/office/drawing/2014/main" id="{AF339112-A58D-2AC6-31FA-35EDC0E7D256}"/>
              </a:ext>
            </a:extLst>
          </p:cNvPr>
          <p:cNvSpPr txBox="1">
            <a:spLocks/>
          </p:cNvSpPr>
          <p:nvPr/>
        </p:nvSpPr>
        <p:spPr>
          <a:xfrm>
            <a:off x="838200" y="4219575"/>
            <a:ext cx="5257800" cy="2165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dirty="0"/>
              <a:t>Testing</a:t>
            </a:r>
          </a:p>
          <a:p>
            <a:pPr algn="ctr"/>
            <a:r>
              <a:rPr lang="hu-HU" sz="2000" dirty="0"/>
              <a:t>Backend - JEST</a:t>
            </a:r>
          </a:p>
          <a:p>
            <a:pPr algn="ctr"/>
            <a:r>
              <a:rPr lang="hu-HU" sz="2000" dirty="0"/>
              <a:t>Frontend - </a:t>
            </a:r>
            <a:r>
              <a:rPr lang="hu-HU" sz="2000" dirty="0" err="1"/>
              <a:t>Playwright</a:t>
            </a:r>
            <a:endParaRPr lang="hu-HU" sz="2000" dirty="0"/>
          </a:p>
        </p:txBody>
      </p:sp>
      <p:sp>
        <p:nvSpPr>
          <p:cNvPr id="8" name="Tartalom helye 2">
            <a:extLst>
              <a:ext uri="{FF2B5EF4-FFF2-40B4-BE49-F238E27FC236}">
                <a16:creationId xmlns:a16="http://schemas.microsoft.com/office/drawing/2014/main" id="{50B6C58F-E40A-4F8F-800B-1445B27BFEEC}"/>
              </a:ext>
            </a:extLst>
          </p:cNvPr>
          <p:cNvSpPr txBox="1">
            <a:spLocks/>
          </p:cNvSpPr>
          <p:nvPr/>
        </p:nvSpPr>
        <p:spPr>
          <a:xfrm>
            <a:off x="6096000" y="4219575"/>
            <a:ext cx="5257800" cy="2165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dirty="0" err="1"/>
              <a:t>Database</a:t>
            </a:r>
            <a:endParaRPr lang="hu-HU" dirty="0"/>
          </a:p>
          <a:p>
            <a:pPr algn="ctr"/>
            <a:r>
              <a:rPr lang="hu-HU" sz="2000" dirty="0" err="1"/>
              <a:t>Prisma</a:t>
            </a:r>
            <a:endParaRPr lang="hu-HU" sz="2000" dirty="0"/>
          </a:p>
          <a:p>
            <a:pPr algn="ctr"/>
            <a:r>
              <a:rPr lang="hu-HU" sz="2000" dirty="0" err="1"/>
              <a:t>MySQL</a:t>
            </a:r>
            <a:endParaRPr lang="hu-HU" sz="2000" dirty="0"/>
          </a:p>
        </p:txBody>
      </p:sp>
      <p:sp>
        <p:nvSpPr>
          <p:cNvPr id="9" name="Tartalom helye 2">
            <a:extLst>
              <a:ext uri="{FF2B5EF4-FFF2-40B4-BE49-F238E27FC236}">
                <a16:creationId xmlns:a16="http://schemas.microsoft.com/office/drawing/2014/main" id="{AE28F228-2744-FF09-85FF-9204619B94E2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2165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dirty="0"/>
              <a:t>Backend</a:t>
            </a:r>
          </a:p>
          <a:p>
            <a:pPr algn="ctr"/>
            <a:r>
              <a:rPr lang="hu-HU" sz="2000" dirty="0"/>
              <a:t>Node.js</a:t>
            </a:r>
          </a:p>
          <a:p>
            <a:pPr algn="ctr"/>
            <a:r>
              <a:rPr lang="hu-HU" sz="2000" dirty="0"/>
              <a:t>Express.js</a:t>
            </a:r>
          </a:p>
          <a:p>
            <a:pPr algn="ctr"/>
            <a:r>
              <a:rPr lang="hu-HU" sz="2000" dirty="0" err="1"/>
              <a:t>Multer</a:t>
            </a:r>
            <a:endParaRPr lang="hu-HU" sz="2000" dirty="0"/>
          </a:p>
          <a:p>
            <a:pPr algn="ctr"/>
            <a:r>
              <a:rPr lang="hu-HU" sz="2000" dirty="0"/>
              <a:t>Socket.io</a:t>
            </a:r>
          </a:p>
        </p:txBody>
      </p:sp>
    </p:spTree>
    <p:extLst>
      <p:ext uri="{BB962C8B-B14F-4D97-AF65-F5344CB8AC3E}">
        <p14:creationId xmlns:p14="http://schemas.microsoft.com/office/powerpoint/2010/main" val="34888482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9F76E7-C252-4104-6056-3078DC36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Project management </a:t>
            </a:r>
            <a:r>
              <a:rPr lang="hu-HU" dirty="0" err="1"/>
              <a:t>tools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0ECDA6-40AF-1FA7-2A68-68D2D57F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28950" cy="1155700"/>
          </a:xfrm>
        </p:spPr>
        <p:txBody>
          <a:bodyPr/>
          <a:lstStyle/>
          <a:p>
            <a:pPr marL="0" indent="0" algn="ctr">
              <a:buNone/>
            </a:pPr>
            <a:r>
              <a:rPr lang="hu-HU" b="1" dirty="0" err="1"/>
              <a:t>Canva</a:t>
            </a:r>
            <a:endParaRPr lang="hu-HU" b="1" dirty="0"/>
          </a:p>
          <a:p>
            <a:pPr marL="0" indent="0" algn="ctr">
              <a:buNone/>
            </a:pPr>
            <a:r>
              <a:rPr lang="hu-HU" sz="2000" dirty="0" err="1"/>
              <a:t>Logo</a:t>
            </a:r>
            <a:r>
              <a:rPr lang="hu-HU" sz="2000" dirty="0"/>
              <a:t> design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2D3BC15-C25C-7036-9A13-08C1DA2004CB}"/>
              </a:ext>
            </a:extLst>
          </p:cNvPr>
          <p:cNvSpPr txBox="1">
            <a:spLocks/>
          </p:cNvSpPr>
          <p:nvPr/>
        </p:nvSpPr>
        <p:spPr>
          <a:xfrm>
            <a:off x="2152650" y="3987800"/>
            <a:ext cx="3028950" cy="115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b="1" dirty="0" err="1"/>
              <a:t>Figma</a:t>
            </a:r>
            <a:endParaRPr lang="hu-HU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hu-HU" sz="2000" dirty="0" err="1"/>
              <a:t>Plan</a:t>
            </a:r>
            <a:r>
              <a:rPr lang="hu-HU" sz="2000" dirty="0"/>
              <a:t> designing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87CDC7AB-EEA8-1683-4FBB-2011E1688D00}"/>
              </a:ext>
            </a:extLst>
          </p:cNvPr>
          <p:cNvSpPr txBox="1">
            <a:spLocks/>
          </p:cNvSpPr>
          <p:nvPr/>
        </p:nvSpPr>
        <p:spPr>
          <a:xfrm>
            <a:off x="4286250" y="1825625"/>
            <a:ext cx="3028950" cy="115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b="1" dirty="0" err="1"/>
              <a:t>Github</a:t>
            </a:r>
            <a:endParaRPr lang="hu-HU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hu-HU" sz="2000" dirty="0"/>
              <a:t>Version management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ABAB9F28-65FC-B0F0-F275-8437CA7BA9E3}"/>
              </a:ext>
            </a:extLst>
          </p:cNvPr>
          <p:cNvSpPr txBox="1">
            <a:spLocks/>
          </p:cNvSpPr>
          <p:nvPr/>
        </p:nvSpPr>
        <p:spPr>
          <a:xfrm>
            <a:off x="7010400" y="3987800"/>
            <a:ext cx="3028950" cy="115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 b="1" dirty="0" err="1"/>
              <a:t>Discord</a:t>
            </a:r>
            <a:endParaRPr lang="hu-HU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hu-HU" sz="2000" dirty="0" err="1"/>
              <a:t>Communication</a:t>
            </a: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6188760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FA8EA-8160-2586-008F-1B62FA2B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5BC42E-4AD1-91F1-F4A8-335078EB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Csák Zoltán Barnabás’ </a:t>
            </a:r>
            <a:r>
              <a:rPr lang="hu-HU" dirty="0" err="1"/>
              <a:t>Contributions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04DBB2-80EE-46CB-7D24-DAD384004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879"/>
            <a:ext cx="4934803" cy="4203084"/>
          </a:xfrm>
        </p:spPr>
        <p:txBody>
          <a:bodyPr/>
          <a:lstStyle/>
          <a:p>
            <a:pPr algn="just"/>
            <a:r>
              <a:rPr lang="hu-HU" dirty="0"/>
              <a:t>Conversion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err="1"/>
              <a:t>raw</a:t>
            </a:r>
            <a:r>
              <a:rPr lang="hu-HU" dirty="0"/>
              <a:t> </a:t>
            </a:r>
            <a:r>
              <a:rPr lang="hu-HU" dirty="0" err="1"/>
              <a:t>MySQL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Prisma</a:t>
            </a:r>
            <a:r>
              <a:rPr lang="hu-HU" dirty="0"/>
              <a:t> </a:t>
            </a:r>
          </a:p>
          <a:p>
            <a:pPr algn="just"/>
            <a:r>
              <a:rPr lang="hu-HU" dirty="0" err="1"/>
              <a:t>Favourites</a:t>
            </a:r>
            <a:r>
              <a:rPr lang="hu-HU" dirty="0"/>
              <a:t> </a:t>
            </a:r>
            <a:r>
              <a:rPr lang="hu-HU" dirty="0" err="1"/>
              <a:t>function</a:t>
            </a:r>
            <a:endParaRPr lang="hu-HU" dirty="0"/>
          </a:p>
          <a:p>
            <a:pPr algn="just"/>
            <a:r>
              <a:rPr lang="hu-HU" dirty="0" err="1"/>
              <a:t>Registration</a:t>
            </a:r>
            <a:endParaRPr lang="hu-HU" dirty="0"/>
          </a:p>
          <a:p>
            <a:pPr algn="just"/>
            <a:endParaRPr lang="hu-HU" dirty="0"/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39BA8675-FDA6-CF4B-3EFF-9AC1A50C66A7}"/>
              </a:ext>
            </a:extLst>
          </p:cNvPr>
          <p:cNvSpPr txBox="1">
            <a:spLocks/>
          </p:cNvSpPr>
          <p:nvPr/>
        </p:nvSpPr>
        <p:spPr>
          <a:xfrm>
            <a:off x="6229066" y="1973878"/>
            <a:ext cx="4934803" cy="420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hu-HU" dirty="0" err="1">
                <a:solidFill>
                  <a:schemeClr val="bg1"/>
                </a:solidFill>
              </a:rPr>
              <a:t>Favourites</a:t>
            </a:r>
            <a:r>
              <a:rPr lang="hu-HU" dirty="0">
                <a:solidFill>
                  <a:schemeClr val="bg1"/>
                </a:solidFill>
              </a:rPr>
              <a:t> design</a:t>
            </a:r>
          </a:p>
          <a:p>
            <a:pPr algn="just"/>
            <a:r>
              <a:rPr lang="hu-HU" dirty="0" err="1">
                <a:solidFill>
                  <a:schemeClr val="bg1"/>
                </a:solidFill>
              </a:rPr>
              <a:t>Navbar</a:t>
            </a:r>
            <a:endParaRPr lang="hu-HU" dirty="0">
              <a:solidFill>
                <a:schemeClr val="bg1"/>
              </a:solidFill>
            </a:endParaRPr>
          </a:p>
          <a:p>
            <a:pPr algn="just"/>
            <a:r>
              <a:rPr lang="hu-HU" dirty="0" err="1">
                <a:solidFill>
                  <a:schemeClr val="bg1"/>
                </a:solidFill>
              </a:rPr>
              <a:t>Item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detail</a:t>
            </a:r>
            <a:r>
              <a:rPr lang="hu-HU" dirty="0">
                <a:solidFill>
                  <a:schemeClr val="bg1"/>
                </a:solidFill>
              </a:rPr>
              <a:t>, </a:t>
            </a:r>
            <a:r>
              <a:rPr lang="hu-HU" dirty="0" err="1">
                <a:solidFill>
                  <a:schemeClr val="bg1"/>
                </a:solidFill>
              </a:rPr>
              <a:t>edit</a:t>
            </a:r>
            <a:endParaRPr lang="hu-HU" dirty="0">
              <a:solidFill>
                <a:schemeClr val="bg1"/>
              </a:solidFill>
            </a:endParaRPr>
          </a:p>
          <a:p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71977B4-C4FE-A6D6-91DF-9FC69CC49B46}"/>
              </a:ext>
            </a:extLst>
          </p:cNvPr>
          <p:cNvSpPr txBox="1"/>
          <p:nvPr/>
        </p:nvSpPr>
        <p:spPr>
          <a:xfrm>
            <a:off x="838200" y="1604546"/>
            <a:ext cx="49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0A248D2-9E15-C1EA-E44A-0BBF92824239}"/>
              </a:ext>
            </a:extLst>
          </p:cNvPr>
          <p:cNvSpPr txBox="1"/>
          <p:nvPr/>
        </p:nvSpPr>
        <p:spPr>
          <a:xfrm>
            <a:off x="6229066" y="1556779"/>
            <a:ext cx="49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Frontend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72C1CD-77B0-8B17-49D6-DD9BACA86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287" y="5045951"/>
            <a:ext cx="4934803" cy="112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FE5BC0EF-4A31-7E00-29E0-984F71408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87" y="6308209"/>
            <a:ext cx="10051112" cy="36933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477FA21-CDEF-3E76-FE51-4C88A6D8C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317" y="3607884"/>
            <a:ext cx="1543288" cy="231644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A4A8E0C1-073D-E160-7C06-1A8D46E83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180" y="3607884"/>
            <a:ext cx="1790901" cy="2316448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5CCEF03-8A56-6CBB-4FBA-B851CF934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208" y="3398439"/>
            <a:ext cx="2746882" cy="150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44525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0EDA-5393-F7C2-654D-9A2A06FB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8132F06-0EBF-F8C2-925A-82E788730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Gere </a:t>
            </a:r>
            <a:r>
              <a:rPr lang="hu-HU" dirty="0" err="1"/>
              <a:t>Dániel’s</a:t>
            </a:r>
            <a:r>
              <a:rPr lang="hu-HU" dirty="0"/>
              <a:t> </a:t>
            </a:r>
            <a:r>
              <a:rPr lang="hu-HU" dirty="0" err="1"/>
              <a:t>Contributions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34B50B-95C7-8C10-7BFE-4DD40A91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879"/>
            <a:ext cx="4934803" cy="4203084"/>
          </a:xfrm>
        </p:spPr>
        <p:txBody>
          <a:bodyPr/>
          <a:lstStyle/>
          <a:p>
            <a:pPr algn="just"/>
            <a:r>
              <a:rPr lang="hu-HU" dirty="0" err="1"/>
              <a:t>Notifications</a:t>
            </a:r>
            <a:endParaRPr lang="hu-HU" dirty="0"/>
          </a:p>
          <a:p>
            <a:pPr algn="just"/>
            <a:r>
              <a:rPr lang="hu-HU" dirty="0"/>
              <a:t>Public </a:t>
            </a:r>
            <a:r>
              <a:rPr lang="hu-HU" dirty="0" err="1"/>
              <a:t>profile</a:t>
            </a:r>
            <a:endParaRPr lang="hu-HU" dirty="0"/>
          </a:p>
          <a:p>
            <a:pPr algn="just"/>
            <a:r>
              <a:rPr lang="hu-HU" dirty="0" err="1"/>
              <a:t>Messages</a:t>
            </a:r>
            <a:r>
              <a:rPr lang="hu-HU" dirty="0"/>
              <a:t> </a:t>
            </a:r>
            <a:r>
              <a:rPr lang="hu-HU" dirty="0" err="1"/>
              <a:t>routing</a:t>
            </a:r>
            <a:endParaRPr lang="hu-HU" dirty="0"/>
          </a:p>
          <a:p>
            <a:pPr algn="just"/>
            <a:r>
              <a:rPr lang="hu-HU" dirty="0"/>
              <a:t>Login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A6D4FF78-3AF7-E84E-4199-71983811D8DA}"/>
              </a:ext>
            </a:extLst>
          </p:cNvPr>
          <p:cNvSpPr txBox="1">
            <a:spLocks/>
          </p:cNvSpPr>
          <p:nvPr/>
        </p:nvSpPr>
        <p:spPr>
          <a:xfrm>
            <a:off x="6229066" y="1973878"/>
            <a:ext cx="4934803" cy="4203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hu-HU" dirty="0" err="1">
                <a:solidFill>
                  <a:schemeClr val="bg1"/>
                </a:solidFill>
              </a:rPr>
              <a:t>Notifications</a:t>
            </a:r>
            <a:r>
              <a:rPr lang="hu-HU" dirty="0">
                <a:solidFill>
                  <a:schemeClr val="bg1"/>
                </a:solidFill>
              </a:rPr>
              <a:t> design</a:t>
            </a:r>
          </a:p>
          <a:p>
            <a:pPr algn="just"/>
            <a:r>
              <a:rPr lang="hu-HU" dirty="0" err="1">
                <a:solidFill>
                  <a:schemeClr val="bg1"/>
                </a:solidFill>
              </a:rPr>
              <a:t>Messages</a:t>
            </a:r>
            <a:r>
              <a:rPr lang="hu-HU" dirty="0">
                <a:solidFill>
                  <a:schemeClr val="bg1"/>
                </a:solidFill>
              </a:rPr>
              <a:t> design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4726590-C1CC-5C11-42CF-95BE50917516}"/>
              </a:ext>
            </a:extLst>
          </p:cNvPr>
          <p:cNvSpPr txBox="1"/>
          <p:nvPr/>
        </p:nvSpPr>
        <p:spPr>
          <a:xfrm>
            <a:off x="838200" y="1604546"/>
            <a:ext cx="49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9F180C4-C72B-C0ED-D238-1DA1FC2BF5BA}"/>
              </a:ext>
            </a:extLst>
          </p:cNvPr>
          <p:cNvSpPr txBox="1"/>
          <p:nvPr/>
        </p:nvSpPr>
        <p:spPr>
          <a:xfrm>
            <a:off x="6229066" y="1556779"/>
            <a:ext cx="49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Frontend</a:t>
            </a: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6E11B77B-08CA-34AE-B7F2-75E408B2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866" y="5192073"/>
            <a:ext cx="3057952" cy="1533739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52726C49-C552-A9B8-2014-9695E9D9B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049" y="3150206"/>
            <a:ext cx="3999269" cy="192905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F65D50F3-4FA6-C665-64D3-96FA0FB7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31" y="4129663"/>
            <a:ext cx="3552398" cy="249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38771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6BE156-009B-23EC-4FCF-A7D8797077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Thank</a:t>
            </a:r>
            <a:r>
              <a:rPr lang="hu-HU" dirty="0"/>
              <a:t> </a:t>
            </a:r>
            <a:r>
              <a:rPr lang="hu-HU" dirty="0" err="1"/>
              <a:t>You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your</a:t>
            </a:r>
            <a:r>
              <a:rPr lang="hu-HU" dirty="0"/>
              <a:t> </a:t>
            </a:r>
            <a:r>
              <a:rPr lang="hu-HU" dirty="0" err="1"/>
              <a:t>attention</a:t>
            </a:r>
            <a:r>
              <a:rPr lang="hu-HU" dirty="0"/>
              <a:t>!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B38EF00-0737-E771-FFC4-3A5888277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:</a:t>
            </a:r>
            <a:br>
              <a:rPr lang="hu-HU" dirty="0"/>
            </a:br>
            <a:r>
              <a:rPr lang="hu-HU" dirty="0"/>
              <a:t>Csák Zoltán Barnabás</a:t>
            </a:r>
            <a:br>
              <a:rPr lang="hu-HU" dirty="0"/>
            </a:br>
            <a:r>
              <a:rPr lang="hu-HU" dirty="0"/>
              <a:t>Gere Dániel</a:t>
            </a:r>
          </a:p>
        </p:txBody>
      </p:sp>
    </p:spTree>
    <p:extLst>
      <p:ext uri="{BB962C8B-B14F-4D97-AF65-F5344CB8AC3E}">
        <p14:creationId xmlns:p14="http://schemas.microsoft.com/office/powerpoint/2010/main" val="175371878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187</Words>
  <Application>Microsoft Office PowerPoint</Application>
  <PresentationFormat>Szélesvásznú</PresentationFormat>
  <Paragraphs>64</Paragraphs>
  <Slides>8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Bellora</vt:lpstr>
      <vt:lpstr>Table of contents</vt:lpstr>
      <vt:lpstr>Purpose of the Software</vt:lpstr>
      <vt:lpstr>Project setup</vt:lpstr>
      <vt:lpstr>Project management tools</vt:lpstr>
      <vt:lpstr>Csák Zoltán Barnabás’ Contributions</vt:lpstr>
      <vt:lpstr>Gere Dániel’s Contributions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Bellora</dc:title>
  <dc:creator>O365 felhasználó</dc:creator>
  <cp:lastModifiedBy>Tanulo</cp:lastModifiedBy>
  <cp:revision>10</cp:revision>
  <dcterms:created xsi:type="dcterms:W3CDTF">2026-04-20T18:52:24Z</dcterms:created>
  <dcterms:modified xsi:type="dcterms:W3CDTF">2026-04-21T11:36:01Z</dcterms:modified>
</cp:coreProperties>
</file>